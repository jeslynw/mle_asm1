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Gold table layout — the decision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Why attributes + financials merge into one table, while clickstream stays apart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47120" cy="777240"/>
          </a:xfrm>
          <a:prstGeom prst="round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4BBC6"/>
                </a:solidFill>
                <a:latin typeface="Calibri"/>
              </a:rPr>
              <a:t>Decision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Tables stay separate when update cadence, ownership, grain, or reliability profile differ. They merge only when all four align AND they are nearly always consumed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Compatibility matrix across the three feature sources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7889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828800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45720" marB="45720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Attributes</a:t>
                      </a:r>
                    </a:p>
                  </a:txBody>
                  <a:tcPr marL="73152" marR="73152" marT="45720" marB="45720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 marL="73152" marR="73152" marT="45720" marB="45720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Clickstream</a:t>
                      </a:r>
                    </a:p>
                  </a:txBody>
                  <a:tcPr marL="73152" marR="73152" marT="45720" marB="45720">
                    <a:solidFill>
                      <a:srgbClr val="54BBC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Update cadence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Monthly batch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Monthly batch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Hourly stream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System of record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Core banking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Core banking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Web analytics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Customer × month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Customer × month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Customer × month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Population coverage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All customers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All customers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Web-active only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Schema volatility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High (new events)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Verdict vs attributes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A2A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7EB67E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E08B8B"/>
                          </a:solidFill>
                          <a:latin typeface="Calibri"/>
                        </a:rPr>
                        <a:t>differ</a:t>
                      </a:r>
                    </a:p>
                  </a:txBody>
                  <a:tcPr marL="73152" marR="73152" marT="45720" marB="45720">
                    <a:solidFill>
                      <a:srgbClr val="EEDEE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46720" y="2788920"/>
            <a:ext cx="36576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4B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90779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4BBC6"/>
                </a:solidFill>
                <a:latin typeface="Calibri"/>
              </a:rPr>
              <a:t>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37560"/>
            <a:ext cx="3291840" cy="114300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3832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MERGE → feature_store_customer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675887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</a:rPr>
              <a:t>attributes ⨝ financials. Four dimensions align; analysts always use them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617720"/>
            <a:ext cx="3291840" cy="1188720"/>
          </a:xfrm>
          <a:prstGeom prst="roundRect">
            <a:avLst/>
          </a:prstGeom>
          <a:solidFill>
            <a:srgbClr val="BA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6634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SPLIT → feature_store_clickstream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9560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</a:rPr>
              <a:t>Cadence, owner, and coverage all differ. Joining at Gold would inject staleness or silently drop rows.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89320"/>
            <a:ext cx="11247120" cy="365760"/>
          </a:xfrm>
          <a:prstGeom prst="roundRect">
            <a:avLst/>
          </a:prstGeom>
          <a:solidFill>
            <a:srgbClr val="E8C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0076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A2A3A"/>
                </a:solidFill>
                <a:latin typeface="Calibri"/>
              </a:rPr>
              <a:t>Business framing: the split mirrors source-system boundaries — one table per (system of record × refresh cadence).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Why feature store ≠ label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Decoupling features from outcomes protects against leakage and unblocks refresh cadence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486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4B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64592" cy="1874519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Different time semantics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A2A2A"/>
                </a:solidFill>
                <a:latin typeface="Calibri"/>
              </a:rPr>
              <a:t>Features are observed AT loan application time. Labels are observed 6 months LATER. Mixed in one table, any join on snapshot_date silently creates target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5486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463040"/>
            <a:ext cx="164592" cy="1874519"/>
          </a:xfrm>
          <a:prstGeom prst="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5727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Different refresh triggers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9659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A2A2A"/>
                </a:solidFill>
                <a:latin typeface="Calibri"/>
              </a:rPr>
              <a:t>Features refresh as upstream snapshots land. Labels can't crystallise until mob=6 is reached. Coupling them means feature refresh would be blocked waiting for label maturity.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5486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ED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164592" cy="1874519"/>
          </a:xfrm>
          <a:prstGeom prst="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844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Different consumers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A2A2A"/>
                </a:solidFill>
                <a:latin typeface="Calibri"/>
              </a:rPr>
              <a:t>The same feature store can feed multiple models — default at mob=3, churn, prepayment, fraud. Decoupling makes the feature store a reusable asset, not a one-model artefact.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474720"/>
            <a:ext cx="548640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AC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3474720"/>
            <a:ext cx="164592" cy="1874519"/>
          </a:xfrm>
          <a:prstGeom prst="rect">
            <a:avLst/>
          </a:prstGeom>
          <a:solidFill>
            <a:srgbClr val="BA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5844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Different audit 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9776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A2A2A"/>
                </a:solidFill>
                <a:latin typeface="Calibri"/>
              </a:rPr>
              <a:t>Regulators ask: 'what did the model know at decision time?' That question has a clean answer only when features and outcomes live in separate tables with separate timestamps.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247120" cy="868680"/>
          </a:xfrm>
          <a:prstGeom prst="round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0527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4BBC6"/>
                </a:solidFill>
                <a:latin typeface="Calibri"/>
              </a:rPr>
              <a:t>ML training time — leakage is forced into the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feature_store  ⨝  label_store  ON  Customer_ID, snapshot_date     →  an explicit, reviewable join. No leak can sneak in by accident.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